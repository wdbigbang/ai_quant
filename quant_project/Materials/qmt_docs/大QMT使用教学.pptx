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62" r:id="rId6"/>
    <p:sldId id="259" r:id="rId7"/>
    <p:sldId id="260" r:id="rId8"/>
    <p:sldId id="261" r:id="rId9"/>
    <p:sldId id="263" r:id="rId10"/>
    <p:sldId id="265" r:id="rId11"/>
    <p:sldId id="264" r:id="rId1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p>
            <a:r>
              <a:rPr lang="zh-CN" altLang="en-US"/>
              <a:t>大</a:t>
            </a:r>
            <a:r>
              <a:rPr lang="en-US" altLang="zh-CN"/>
              <a:t>QMT</a:t>
            </a:r>
            <a:r>
              <a:rPr lang="zh-CN" altLang="en-US"/>
              <a:t>策略使用教学</a:t>
            </a:r>
            <a:endParaRPr lang="zh-C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p>
            <a:r>
              <a:rPr lang="en-US" altLang="zh-CN"/>
              <a:t>1</a:t>
            </a:r>
            <a:r>
              <a:rPr lang="zh-CN" altLang="en-US"/>
              <a:t>、策略实盘和模拟</a:t>
            </a:r>
            <a:br>
              <a:rPr lang="zh-CN" altLang="en-US"/>
            </a:br>
            <a:r>
              <a:rPr lang="en-US" altLang="zh-CN"/>
              <a:t>2</a:t>
            </a:r>
            <a:r>
              <a:rPr lang="zh-CN" altLang="en-US"/>
              <a:t>、回测</a:t>
            </a:r>
            <a:endParaRPr lang="zh-CN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468630" y="729615"/>
            <a:ext cx="7726680" cy="522605"/>
          </a:xfrm>
        </p:spPr>
        <p:txBody>
          <a:bodyPr>
            <a:noAutofit/>
          </a:bodyPr>
          <a:p>
            <a:r>
              <a:rPr lang="zh-CN" sz="4400"/>
              <a:t>首次使用，需要下载</a:t>
            </a:r>
            <a:r>
              <a:rPr lang="en-US" altLang="zh-CN" sz="4400"/>
              <a:t>Python</a:t>
            </a:r>
            <a:r>
              <a:rPr lang="zh-CN" altLang="en-US" sz="4400"/>
              <a:t>库</a:t>
            </a:r>
            <a:endParaRPr lang="zh-CN" altLang="en-US" sz="440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85620" y="1420495"/>
            <a:ext cx="6112510" cy="48691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468630" y="729615"/>
            <a:ext cx="5365115" cy="522605"/>
          </a:xfrm>
        </p:spPr>
        <p:txBody>
          <a:bodyPr>
            <a:noAutofit/>
          </a:bodyPr>
          <a:p>
            <a:r>
              <a:rPr lang="zh-CN" sz="4400"/>
              <a:t>第一步，导入策略</a:t>
            </a:r>
            <a:endParaRPr lang="zh-CN" sz="440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73885" y="1477645"/>
            <a:ext cx="6456045" cy="472567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468630" y="729615"/>
            <a:ext cx="5365115" cy="522605"/>
          </a:xfrm>
        </p:spPr>
        <p:txBody>
          <a:bodyPr>
            <a:noAutofit/>
          </a:bodyPr>
          <a:p>
            <a:r>
              <a:rPr lang="zh-CN" sz="3200"/>
              <a:t>第二步</a:t>
            </a:r>
            <a:r>
              <a:rPr lang="en-US" altLang="zh-CN" sz="3200"/>
              <a:t> </a:t>
            </a:r>
            <a:r>
              <a:rPr lang="zh-CN" altLang="en-US" sz="3200"/>
              <a:t>选择策略、设置参数</a:t>
            </a:r>
            <a:endParaRPr lang="zh-CN" altLang="en-US" sz="320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05940" y="1568450"/>
            <a:ext cx="8225155" cy="492633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468630" y="729615"/>
            <a:ext cx="5365115" cy="522605"/>
          </a:xfrm>
        </p:spPr>
        <p:txBody>
          <a:bodyPr>
            <a:noAutofit/>
          </a:bodyPr>
          <a:p>
            <a:r>
              <a:rPr lang="zh-CN" altLang="en-US" sz="3200"/>
              <a:t>第三步</a:t>
            </a:r>
            <a:r>
              <a:rPr lang="en-US" altLang="zh-CN" sz="3200"/>
              <a:t> </a:t>
            </a:r>
            <a:r>
              <a:rPr lang="zh-CN" altLang="en-US" sz="3200"/>
              <a:t>启动策略</a:t>
            </a:r>
            <a:endParaRPr lang="zh-CN" altLang="en-US" sz="320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90725" y="2205990"/>
            <a:ext cx="6797040" cy="24460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468630" y="729615"/>
            <a:ext cx="5365115" cy="522605"/>
          </a:xfrm>
        </p:spPr>
        <p:txBody>
          <a:bodyPr>
            <a:noAutofit/>
          </a:bodyPr>
          <a:p>
            <a:r>
              <a:rPr lang="zh-CN" altLang="en-US" sz="3200"/>
              <a:t>第四步</a:t>
            </a:r>
            <a:r>
              <a:rPr lang="en-US" altLang="zh-CN" sz="3200"/>
              <a:t> </a:t>
            </a:r>
            <a:r>
              <a:rPr lang="zh-CN" altLang="en-US" sz="3200"/>
              <a:t>运行效果</a:t>
            </a:r>
            <a:endParaRPr lang="zh-CN" altLang="en-US" sz="320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39595" y="1725930"/>
            <a:ext cx="8191500" cy="340614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851535" y="5678805"/>
            <a:ext cx="63214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如果你用的是模拟</a:t>
            </a:r>
            <a:r>
              <a:rPr lang="en-US" altLang="zh-CN"/>
              <a:t>QMT</a:t>
            </a:r>
            <a:r>
              <a:rPr lang="zh-CN" altLang="en-US"/>
              <a:t>账户，这里点实盘也是模拟</a:t>
            </a:r>
            <a:endParaRPr lang="zh-CN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p>
            <a:r>
              <a:rPr lang="zh-CN" altLang="en-US"/>
              <a:t>回测教程</a:t>
            </a:r>
            <a:endParaRPr lang="zh-CN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1190625" y="970280"/>
            <a:ext cx="86233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首先：你的策略必须是支持回测的（代码里面写了回测框架），才能支持回测</a:t>
            </a:r>
            <a:endParaRPr lang="zh-CN" altLang="en-US"/>
          </a:p>
          <a:p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9090" y="2032000"/>
            <a:ext cx="5748655" cy="308864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1190625" y="970280"/>
            <a:ext cx="862330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其次：首次回测需要下载历史数据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最后导入策略</a:t>
            </a:r>
            <a:r>
              <a:rPr lang="en-US" altLang="zh-CN"/>
              <a:t>-</a:t>
            </a:r>
            <a:r>
              <a:rPr lang="zh-CN" altLang="en-US"/>
              <a:t>运行即可，同上文</a:t>
            </a:r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12010" y="1922145"/>
            <a:ext cx="4685030" cy="3911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168</Words>
  <Application>WPS 演示</Application>
  <PresentationFormat>宽屏</PresentationFormat>
  <Paragraphs>25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7" baseType="lpstr">
      <vt:lpstr>Arial</vt:lpstr>
      <vt:lpstr>宋体</vt:lpstr>
      <vt:lpstr>Wingdings</vt:lpstr>
      <vt:lpstr>Arial Unicode MS</vt:lpstr>
      <vt:lpstr>Calibri</vt:lpstr>
      <vt:lpstr>微软雅黑</vt:lpstr>
      <vt:lpstr>WPS</vt:lpstr>
      <vt:lpstr>PowerPoint 演示文稿</vt:lpstr>
      <vt:lpstr>大QMT策略使用教学</vt:lpstr>
      <vt:lpstr>大QMT策略使用教学</vt:lpstr>
      <vt:lpstr>第一步，导入策略</vt:lpstr>
      <vt:lpstr>第一步，导入策略</vt:lpstr>
      <vt:lpstr>第二步 选择策略、设置参数</vt:lpstr>
      <vt:lpstr>第三步 启动策略</vt:lpstr>
      <vt:lpstr>本文只讲策略怎么设置 其他问题单独交流</vt:lpstr>
      <vt:lpstr>PowerPoint 演示文稿</vt:lpstr>
      <vt:lpstr>回测教程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国金许维雄</cp:lastModifiedBy>
  <cp:revision>3</cp:revision>
  <dcterms:created xsi:type="dcterms:W3CDTF">2023-08-09T12:44:00Z</dcterms:created>
  <dcterms:modified xsi:type="dcterms:W3CDTF">2024-12-11T09:09:53Z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8B1E15A359034C63BD1557A7F7F4BDA3_13</vt:lpwstr>
  </property>
  <property fmtid="{D5CDD505-2E9C-101B-9397-08002B2CF9AE}" pid="3" name="KSOProductBuildVer">
    <vt:lpwstr>2052-12.1.0.19302</vt:lpwstr>
  </property>
</Properties>
</file>